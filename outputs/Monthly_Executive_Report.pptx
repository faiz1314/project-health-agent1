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C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Executive Portfolio Review</a:t>
            </a:r>
          </a:p>
          <a:p>
            <a:pPr algn="l">
              <a:defRPr sz="2000">
                <a:solidFill>
                  <a:srgbClr val="35A2EB"/>
                </a:solidFill>
              </a:defRPr>
            </a:pPr>
            <a:r>
              <a:t>Delivery Performance Analysis and Strategic Outlook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C57"/>
                </a:solidFill>
              </a:defRPr>
            </a:pPr>
            <a:r>
              <a:t>Portfolio Overview &amp; Health Dashboard</a:t>
            </a:r>
          </a:p>
          <a:p>
            <a:pPr>
              <a:defRPr sz="1400">
                <a:solidFill>
                  <a:srgbClr val="6C757D"/>
                </a:solidFill>
              </a:defRPr>
            </a:pPr>
            <a:r>
              <a:t>Status Distribution and Delivery Confidence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Portfolio Distribution: 1 Green (Project Alpha), 1 Amber (Project Beta), 1 Red (Project Gamma)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Project Alpha: Demonstrating optimal performance across all metrics with 100% confidence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Project Beta: At-risk status due to schedule slippage; budget remains healthy but sentiment is deteriorating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Project Gamma: Critical status; significant schedule and budget variances coupled with low stakeholder trust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C57"/>
                </a:solidFill>
              </a:defRPr>
            </a:pPr>
            <a:r>
              <a:t>Core Trends &amp; Insights</a:t>
            </a:r>
          </a:p>
          <a:p>
            <a:pPr>
              <a:defRPr sz="1400">
                <a:solidFill>
                  <a:srgbClr val="6C757D"/>
                </a:solidFill>
              </a:defRPr>
            </a:pPr>
            <a:r>
              <a:t>Performance Patterns Across the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Divergence in Maturity: High performance correlates with stable scope and clear team communication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Budget vs. Schedule: Projects with scope instability (Gamma) and external dependencies (Beta) are consuming buffers rapidly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Sentiment Degradation: Stakeholder trust is tied directly to communication transparency rather than just budget spend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Efficiency Gap: A 33% variance in task completion rates suggests inconsistent execution standards across project teams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C57"/>
                </a:solidFill>
              </a:defRPr>
            </a:pPr>
            <a:r>
              <a:t>Key Risks &amp; Delivery Bottlenecks</a:t>
            </a:r>
          </a:p>
          <a:p>
            <a:pPr>
              <a:defRPr sz="1400">
                <a:solidFill>
                  <a:srgbClr val="6C757D"/>
                </a:solidFill>
              </a:defRPr>
            </a:pPr>
            <a:r>
              <a:t>Systemic Impediments to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529"/>
                </a:solidFill>
              </a:defRPr>
            </a:pPr>
            <a:r>
              <a:t>• External Dependencies: API integration delays (Beta) creating critical path bottlenecks</a:t>
            </a:r>
          </a:p>
          <a:p>
            <a:pPr>
              <a:spcAft>
                <a:spcPts val="1000"/>
              </a:spcAft>
              <a:defRPr sz="1400">
                <a:solidFill>
                  <a:srgbClr val="212529"/>
                </a:solidFill>
              </a:defRPr>
            </a:pPr>
            <a:r>
              <a:t>• Resource Availability: Persistent unavailability of client resources stalling progress in Gamma</a:t>
            </a:r>
          </a:p>
          <a:p>
            <a:pPr>
              <a:spcAft>
                <a:spcPts val="1000"/>
              </a:spcAft>
              <a:defRPr sz="1400">
                <a:solidFill>
                  <a:srgbClr val="212529"/>
                </a:solidFill>
              </a:defRPr>
            </a:pPr>
            <a:r>
              <a:t>• Scope Management: Uncontrolled scope creep within Module B (Gamma) exacerbating budget overruns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37160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529"/>
                </a:solidFill>
              </a:defRPr>
            </a:pPr>
            <a:r>
              <a:t>• Vendor Management: Current vendor performance is a primary driver of stakeholder frustration in Beta</a:t>
            </a:r>
          </a:p>
          <a:p>
            <a:pPr>
              <a:spcAft>
                <a:spcPts val="1000"/>
              </a:spcAft>
              <a:defRPr sz="1400">
                <a:solidFill>
                  <a:srgbClr val="212529"/>
                </a:solidFill>
              </a:defRPr>
            </a:pPr>
            <a:r>
              <a:t>• Communication Gaps: Lack of proactive reporting is transforming operational blockers into critical trust issues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C57"/>
                </a:solidFill>
              </a:defRPr>
            </a:pPr>
            <a:r>
              <a:t>Resource &amp; Financial Optimization</a:t>
            </a:r>
          </a:p>
          <a:p>
            <a:pPr>
              <a:defRPr sz="1400">
                <a:solidFill>
                  <a:srgbClr val="6C757D"/>
                </a:solidFill>
              </a:defRPr>
            </a:pPr>
            <a:r>
              <a:t>Reallocation and Efficiency Strategies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Fiscal Balancing: Leverage the $20k underspend from Project Alpha to support mitigation efforts in Red/Amber projects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Capacity Rebalancing: Audit team utilization on Beta/Gamma to ensure critical path tasks are prioritized over non-essential features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Operational Transition: Initiate formal handovers for Project Alpha to free up project leadership bandwidth for recovery efforts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Vendor Accountability: Apply financial leverage from current vendor contracts to enforce delivery commitments for the API dependency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C57"/>
                </a:solidFill>
              </a:defRPr>
            </a:pPr>
            <a:r>
              <a:t>Strategic Actions &amp; Next Steps</a:t>
            </a:r>
          </a:p>
          <a:p>
            <a:pPr>
              <a:defRPr sz="1400">
                <a:solidFill>
                  <a:srgbClr val="6C757D"/>
                </a:solidFill>
              </a:defRPr>
            </a:pPr>
            <a:r>
              <a:t>Roadmap for Portfolio Stabilization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Emergency Alignment: Conduct leadership-level syncs to reset scope and delivery expectations for Project Gamma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Recovery Planning: Implement rigorous change control (Scope Freeze) for Gamma and finalize a re-baselined plan for Beta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Governance Enhancement: Standardize reporting cadence to improve stakeholder transparency and restore confidence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Delivery Excellence: Formalize lessons learned from Project Alpha to replicate successful communication and execution models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