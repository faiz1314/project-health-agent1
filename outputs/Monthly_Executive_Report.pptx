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C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Executive Portfolio Review</a:t>
            </a:r>
          </a:p>
          <a:p>
            <a:pPr algn="l">
              <a:defRPr sz="2000">
                <a:solidFill>
                  <a:srgbClr val="35A2EB"/>
                </a:solidFill>
              </a:defRPr>
            </a:pPr>
            <a:r>
              <a:t>Q3 Delivery Performance &amp; Strategic Alignment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C57"/>
                </a:solidFill>
              </a:defRPr>
            </a:pPr>
            <a:r>
              <a:t>Portfolio Overview &amp; Health Dashboard</a:t>
            </a:r>
          </a:p>
          <a:p>
            <a:pPr>
              <a:defRPr sz="1400">
                <a:solidFill>
                  <a:srgbClr val="6C757D"/>
                </a:solidFill>
              </a:defRPr>
            </a:pPr>
            <a:r>
              <a:t>Aggregated Portfolio Performance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Portfolio Distribution: 1 Green (Alpha), 1 Amber (Beta), 1 Red (Gamma)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Overall Delivery Confidence: High (100% data visibility across all workstreams)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Financial Health: Mixed performance with significant variances in schedule vs. budget tracking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Critical Path Alert: 66% of the portfolio requires active intervention to meet original exit criteria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C57"/>
                </a:solidFill>
              </a:defRPr>
            </a:pPr>
            <a:r>
              <a:t>Core Trends &amp; Insights</a:t>
            </a:r>
          </a:p>
          <a:p>
            <a:pPr>
              <a:defRPr sz="1400">
                <a:solidFill>
                  <a:srgbClr val="6C757D"/>
                </a:solidFill>
              </a:defRPr>
            </a:pPr>
            <a:r>
              <a:t>Portfolio Performance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529"/>
                </a:solidFill>
              </a:defRPr>
            </a:pPr>
            <a:r>
              <a:t>• Positive: Budget discipline in stable projects like Alpha confirms strong baseline estimation</a:t>
            </a:r>
          </a:p>
          <a:p>
            <a:pPr>
              <a:spcAft>
                <a:spcPts val="1000"/>
              </a:spcAft>
              <a:defRPr sz="1400">
                <a:solidFill>
                  <a:srgbClr val="212529"/>
                </a:solidFill>
              </a:defRPr>
            </a:pPr>
            <a:r>
              <a:t>• Negative: Schedule slippage is the primary indicator of portfolio instability</a:t>
            </a:r>
          </a:p>
          <a:p>
            <a:pPr>
              <a:spcAft>
                <a:spcPts val="1000"/>
              </a:spcAft>
              <a:defRPr sz="1400">
                <a:solidFill>
                  <a:srgbClr val="212529"/>
                </a:solidFill>
              </a:defRPr>
            </a:pPr>
            <a:r>
              <a:t>• Communication Gap: Low sentiment in troubled projects correlates directly with lack of visibility into blockers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37160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529"/>
                </a:solidFill>
              </a:defRPr>
            </a:pPr>
            <a:r>
              <a:t>• High Velocity vs. Execution Drag: Alpha shows 96% task completion, while Gamma suffers from a 33% task deficit</a:t>
            </a:r>
          </a:p>
          <a:p>
            <a:pPr>
              <a:spcAft>
                <a:spcPts val="1000"/>
              </a:spcAft>
              <a:defRPr sz="1400">
                <a:solidFill>
                  <a:srgbClr val="212529"/>
                </a:solidFill>
              </a:defRPr>
            </a:pPr>
            <a:r>
              <a:t>• Trend Analysis: Projects exceeding 100 days (Beta) are showing heightened sensitivity to external dependencies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C57"/>
                </a:solidFill>
              </a:defRPr>
            </a:pPr>
            <a:r>
              <a:t>Key Risks &amp; Delivery Bottlenecks</a:t>
            </a:r>
          </a:p>
          <a:p>
            <a:pPr>
              <a:defRPr sz="1400">
                <a:solidFill>
                  <a:srgbClr val="6C757D"/>
                </a:solidFill>
              </a:defRPr>
            </a:pPr>
            <a:r>
              <a:t>Systemic Impediments to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External Dependency Chain: API integration delays (Beta) are creating cascading timeline risks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Client Resource Constraint: High-severity resource unavailability (Gamma) is a primary blocker for critical path movement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Scope Instability: Uncontrolled scope creep in module-level development is destabilizing project baselines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Stakeholder Trust Erosion: Poor transparency in troubled workstreams is threatening overall program sponsorship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C57"/>
                </a:solidFill>
              </a:defRPr>
            </a:pPr>
            <a:r>
              <a:t>Resource &amp; Financial Optimization</a:t>
            </a:r>
          </a:p>
          <a:p>
            <a:pPr>
              <a:defRPr sz="1400">
                <a:solidFill>
                  <a:srgbClr val="6C757D"/>
                </a:solidFill>
              </a:defRPr>
            </a:pPr>
            <a:r>
              <a:t>Reallocation and Efficiency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529"/>
                </a:solidFill>
              </a:defRPr>
            </a:pPr>
            <a:r>
              <a:t>• Surplus Reallocation: Alpha (nearing completion) resources are flagged for transition to support Beta/Gamma recovery</a:t>
            </a:r>
          </a:p>
          <a:p>
            <a:pPr>
              <a:spcAft>
                <a:spcPts val="1000"/>
              </a:spcAft>
              <a:defRPr sz="1400">
                <a:solidFill>
                  <a:srgbClr val="212529"/>
                </a:solidFill>
              </a:defRPr>
            </a:pPr>
            <a:r>
              <a:t>• Budget Utilization: Proactive management of the $150k vs $80k cost centers to protect portfolio contingency funds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37160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529"/>
                </a:solidFill>
              </a:defRPr>
            </a:pPr>
            <a:r>
              <a:t>• Resource Balancing: Shift focus from task-heavy overhead to critical-path-only activity for red-status projects</a:t>
            </a:r>
          </a:p>
          <a:p>
            <a:pPr>
              <a:spcAft>
                <a:spcPts val="1000"/>
              </a:spcAft>
              <a:defRPr sz="1400">
                <a:solidFill>
                  <a:srgbClr val="212529"/>
                </a:solidFill>
              </a:defRPr>
            </a:pPr>
            <a:r>
              <a:t>• Vendor Management: Renegotiate API delivery commitments for Beta to prevent further fiscal leakage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2C57"/>
                </a:solidFill>
              </a:defRPr>
            </a:pPr>
            <a:r>
              <a:t>Strategic Actions &amp; Next Steps</a:t>
            </a:r>
          </a:p>
          <a:p>
            <a:pPr>
              <a:defRPr sz="1400">
                <a:solidFill>
                  <a:srgbClr val="6C757D"/>
                </a:solidFill>
              </a:defRPr>
            </a:pPr>
            <a:r>
              <a:t>Roadmap to Recovery and Completion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Immediate: Implement a 'Scope Freeze' on Gamma and execute a formal recovery plan with stakeholders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Operational: Establish a high-frequency (weekly) sync for project Beta to expedite vendor API resolution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Closure: Finalize transition artifacts and support handover for Project Alpha</a:t>
            </a:r>
          </a:p>
          <a:p>
            <a:pPr>
              <a:spcAft>
                <a:spcPts val="1400"/>
              </a:spcAft>
              <a:defRPr sz="1600">
                <a:solidFill>
                  <a:srgbClr val="212529"/>
                </a:solidFill>
              </a:defRPr>
            </a:pPr>
            <a:r>
              <a:t>• Governance: Standardize reporting cadence across the portfolio to restore stakeholder confidence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