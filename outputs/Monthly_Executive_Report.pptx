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Executive Portfolio Review</a:t>
            </a:r>
          </a:p>
          <a:p>
            <a:pPr algn="l">
              <a:defRPr sz="2000">
                <a:solidFill>
                  <a:srgbClr val="35A2EB"/>
                </a:solidFill>
              </a:defRPr>
            </a:pPr>
            <a:r>
              <a:t>Portfolio Delivery Status &amp; Strategic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Portfolio Overview &amp; Health Dashboard</a:t>
            </a:r>
          </a:p>
          <a:p>
            <a:pPr>
              <a:defRPr sz="1400">
                <a:solidFill>
                  <a:srgbClr val="6C757D"/>
                </a:solidFill>
              </a:defRPr>
            </a:pPr>
            <a:r>
              <a:t>Current status across active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Project Alpha (GREEN): Performing to plan; final phase execution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Project Beta (AMBER): Schedule variance and technical dependencies impacting completion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Project Gamma (RED): Significant schedule and budget deviation; critical intervention required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Portfolio Confidence: High overall data confidence, highlighting clear visibility into performance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Core Trends &amp; Insights</a:t>
            </a:r>
          </a:p>
          <a:p>
            <a:pPr>
              <a:defRPr sz="1400">
                <a:solidFill>
                  <a:srgbClr val="6C757D"/>
                </a:solidFill>
              </a:defRPr>
            </a:pPr>
            <a:r>
              <a:t>Synthesis of project delivery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Budget Efficiency: Strong financial management observed in Alpha and Beta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Schedule Drift: Widespread trend of exceeding planned durations (all projects currently at or over timeline)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Velocity Mismatch: Milestone completion rates are not tracking linearly with duration increases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Dependency Friction: External technical dependencies and client resource availability are the primary drivers of stall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Key Risks &amp; Delivery Bottlenecks</a:t>
            </a:r>
          </a:p>
          <a:p>
            <a:pPr>
              <a:defRPr sz="1400">
                <a:solidFill>
                  <a:srgbClr val="6C757D"/>
                </a:solidFill>
              </a:defRPr>
            </a:pPr>
            <a:r>
              <a:t>Systemic challenges facing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Primary Risks: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Client resource unavailability (Gamma) causing total project stall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Scope creep (Gamma) invalidating existing financial and schedule baselines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Technical dependencies (Beta) creating integration 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Systemic Bottlenecks: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Lack of internal capacity for critical path tasks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Inadequate change control implementation for scope changes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External reliance on third-party API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Resource &amp; Financial Optimization</a:t>
            </a:r>
          </a:p>
          <a:p>
            <a:pPr>
              <a:defRPr sz="1400">
                <a:solidFill>
                  <a:srgbClr val="6C757D"/>
                </a:solidFill>
              </a:defRPr>
            </a:pPr>
            <a:r>
              <a:t>Leveraging portfolio liquidity to drive stabilization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Redeploy Alpha surplus: Utilize remaining project budget to support accelerated recovery in Beta/Gamma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Resource Load Balancing: Assess cross-project resource utilization to prioritize critical path tasks in Gamma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Financial Realignment: Initiate formal budget amendments for projects with high-severity scope creep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Resource Commitment: Secure mandatory client resource availability to clear high-severity blockers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C57"/>
                </a:solidFill>
              </a:defRPr>
            </a:pPr>
            <a:r>
              <a:t>Strategic Actions &amp; Next Steps</a:t>
            </a:r>
          </a:p>
          <a:p>
            <a:pPr>
              <a:defRPr sz="1400">
                <a:solidFill>
                  <a:srgbClr val="6C757D"/>
                </a:solidFill>
              </a:defRPr>
            </a:pPr>
            <a:r>
              <a:t>Actionable roadmap for delivery stabilization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Immediate Leadership Intervention: Schedule emergency review for Gamma to address resource blockers and scope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Change Control Board: Formally re-baseline project plans for Beta and Gamma to reflect reality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Operational Transition: Finalize Alpha handover to ensure project closure remains on schedule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• Proactive Monitoring: Implement weekly dependency reviews to identify and mitigate API/Client bottlenecks before they impact milestones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